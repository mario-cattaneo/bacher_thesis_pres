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.xml.rels" ContentType="application/vnd.openxmlformats-package.relationships+xml"/>
  <Override PartName="/ppt/slideLayouts/slideLayout1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7099300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B8F87B5-F460-481C-9B88-101EDC43553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4"/>
          </p:nvPr>
        </p:nvSpPr>
        <p:spPr>
          <a:xfrm>
            <a:off x="4021200" y="9720360"/>
            <a:ext cx="3076200" cy="5122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8CEE02-997E-4150-A2D6-D416E263448E}" type="slidenum"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Img"/>
          </p:nvPr>
        </p:nvSpPr>
        <p:spPr>
          <a:xfrm>
            <a:off x="941400" y="728640"/>
            <a:ext cx="5187600" cy="38905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939960" y="4862520"/>
            <a:ext cx="5186160" cy="461916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167760"/>
            <a:ext cx="8229240" cy="227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352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8360" y="369576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352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4324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1812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836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4324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1812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167760"/>
            <a:ext cx="8229240" cy="227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352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8360" y="3695760"/>
            <a:ext cx="820692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3520" y="98640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6836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3520" y="3695760"/>
            <a:ext cx="400464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4324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18120" y="98640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6836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4324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18120" y="3695760"/>
            <a:ext cx="2642400" cy="247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disco_title1.jpg"/>
          <p:cNvPicPr/>
          <p:nvPr/>
        </p:nvPicPr>
        <p:blipFill>
          <a:blip r:embed="rId2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045080" y="45072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i="1" lang="en-US" sz="4000" spc="-1" strike="noStrike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4"/>
          <p:cNvSpPr/>
          <p:nvPr/>
        </p:nvSpPr>
        <p:spPr>
          <a:xfrm>
            <a:off x="0" y="6569640"/>
            <a:ext cx="91436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de-CH" sz="1200" spc="-1" strike="noStrike">
                <a:solidFill>
                  <a:srgbClr val="ffffff"/>
                </a:solidFill>
                <a:latin typeface="Calibri"/>
              </a:rPr>
              <a:t>ETH Zurich – Distributed Computing – www.disco.ethz.ch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p>
            <a:pPr marL="432000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Edit Master text styles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4"/>
          <p:cNvSpPr/>
          <p:nvPr/>
        </p:nvSpPr>
        <p:spPr>
          <a:xfrm>
            <a:off x="0" y="7112160"/>
            <a:ext cx="91436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45080" y="450720"/>
            <a:ext cx="7772040" cy="146952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i="1" lang="en-US" sz="4000" spc="-1" strike="noStrike">
                <a:solidFill>
                  <a:srgbClr val="ffffff"/>
                </a:solidFill>
                <a:latin typeface="Calibri"/>
              </a:rPr>
              <a:t>Polymarket’s Hybrid Exchange and Prediction Market Arbitrage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itle 1"/>
          <p:cNvSpPr/>
          <p:nvPr/>
        </p:nvSpPr>
        <p:spPr>
          <a:xfrm>
            <a:off x="1045080" y="5115600"/>
            <a:ext cx="7772040" cy="146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Calibri"/>
              </a:rPr>
              <a:t>Student: Mario Cattaneo</a:t>
            </a:r>
            <a:r>
              <a:rPr b="0" i="1" lang="en-US" sz="18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i="1" lang="en-US" sz="1800" spc="-1" strike="noStrike">
                <a:solidFill>
                  <a:srgbClr val="ffffff"/>
                </a:solidFill>
                <a:latin typeface="Calibri"/>
              </a:rPr>
              <a:t>	</a:t>
            </a:r>
            <a:r>
              <a:rPr b="0" i="1" lang="en-US" sz="1800" spc="-1" strike="noStrike">
                <a:solidFill>
                  <a:srgbClr val="ffffff"/>
                </a:solidFill>
                <a:latin typeface="Calibri"/>
              </a:rPr>
              <a:t>Supervisors: Prof. Dr Lucianna Kiffer, Oriol Saguillo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What is a Prediction Market?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Figure: Question with two outcomes: Outcome1 and Outcome2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Example 1: Will the Repuplican Party win the House in 2026? Outcomes: YES or No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Example 2: Bitcoin Up or Down? Outcomes: UP, DOWN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do Polymarket and Kalshi Differ?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Both use Central Limit Order Book (create figure)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Kalshi settles trades with whilst poly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is Polymarket Documented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Fragmented: Website, Discord , Github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Objective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How can we collect data?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167760"/>
            <a:ext cx="8229240" cy="4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68360" y="986400"/>
            <a:ext cx="8206920" cy="518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emplate">
  <a:themeElements>
    <a:clrScheme name="1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template">
  <a:themeElements>
    <a:clrScheme name="1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1973</TotalTime>
  <Application>LibreOffice/7.5.9.2$Linux_X86_64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2026-02-10T10:42:33Z</dcterms:created>
  <dc:creator/>
  <dc:description/>
  <dc:language>en-US</dc:language>
  <cp:lastModifiedBy/>
  <dcterms:modified xsi:type="dcterms:W3CDTF">2026-02-14T16:19:23Z</dcterms:modified>
  <cp:revision>38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2</vt:r8>
  </property>
</Properties>
</file>